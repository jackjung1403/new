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F2C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2D5137"/>
                </a:solidFill>
              </a:defRPr>
            </a:pPr>
            <a:r>
              <a:t>一遍一遍 — ADD MV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333333"/>
                </a:solidFill>
              </a:defRPr>
            </a:pPr>
            <a:r>
              <a:t>끝없이 반복되는 도시에서, 단 한 번의 선셋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rapezoid 3"/>
          <p:cNvSpPr/>
          <p:nvPr/>
        </p:nvSpPr>
        <p:spPr>
          <a:xfrm>
            <a:off x="8046720" y="182880"/>
            <a:ext cx="822960" cy="822960"/>
          </a:xfrm>
          <a:prstGeom prst="trapezoid">
            <a:avLst/>
          </a:prstGeom>
          <a:solidFill>
            <a:srgbClr val="F2C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ADD(6인) 신곡 '一遍一遍' MV — 예산은 초저예산, 그러나 임팩트는 필요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6인 그룹을 담으면서도 산만하지 않은 하나의 강한 비주얼 훅이 필요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흔한 아이돌 MV 클리셰(세트·LED월·잦은 컷)는 비용과 식상함의 함정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가사 핵심 '一遍 一遍(반복)'을 영상 언어로 번역해야 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4" name="Trapezoid 3"/>
          <p:cNvSpPr/>
          <p:nvPr/>
        </p:nvSpPr>
        <p:spPr>
          <a:xfrm>
            <a:off x="8046720" y="182880"/>
            <a:ext cx="822960" cy="822960"/>
          </a:xfrm>
          <a:prstGeom prst="trapezoid">
            <a:avLst/>
          </a:prstGeom>
          <a:solidFill>
            <a:srgbClr val="F2C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콘셉트: 끝없이 반복되는 콘크리트 도시 = '一遍 一遍'의 시각적 번역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주인공 서사: 새벽까지 깨어 글 쓰는 사람 (가사 '键盘声在回响…')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단일 로케 원테이크 퍼포먼스 필름 — 컷 대신 카메라 흐름으로 '반복' 표현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톤 아크: 블루(고독) → 레드(지배) → 웜(해방), 조명만 바꿔 한 공간에서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클라이맥스에 실제 선셋(골든아워)을 박아 감정선 완성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4" name="Trapezoid 3"/>
          <p:cNvSpPr/>
          <p:nvPr/>
        </p:nvSpPr>
        <p:spPr>
          <a:xfrm>
            <a:off x="8046720" y="182880"/>
            <a:ext cx="822960" cy="822960"/>
          </a:xfrm>
          <a:prstGeom prst="trapezoid">
            <a:avLst/>
          </a:prstGeom>
          <a:solidFill>
            <a:srgbClr val="F2C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ADD: 와지지와 엔터 6인조, 2025.09.12 데뷔 (〈X-Fire Camp〉 출신)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가사 'ADD将干扰撕碎' = 그룹명을 가사에 박은 셀프 레퍼런스 → 팬 후킹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반복 안무 + 대칭 구도 = 더우인/숏폼 챌린지로 그대로 전환 가능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차가운 도시 미학 = 글로벌 팬덤이 선호하는 시네마틱 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Product</a:t>
            </a:r>
          </a:p>
        </p:txBody>
      </p:sp>
      <p:sp>
        <p:nvSpPr>
          <p:cNvPr id="4" name="Trapezoid 3"/>
          <p:cNvSpPr/>
          <p:nvPr/>
        </p:nvSpPr>
        <p:spPr>
          <a:xfrm>
            <a:off x="8046720" y="182880"/>
            <a:ext cx="822960" cy="822960"/>
          </a:xfrm>
          <a:prstGeom prst="trapezoid">
            <a:avLst/>
          </a:prstGeom>
          <a:solidFill>
            <a:srgbClr val="F2C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ONE LOCATION: 옥상/고층 빈집 1곳 — 실내(작가의 방) ↔ 창밖·옥상(반복 도시)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ONE-TAKE FILM: 짐벌로 끊김 없이, 컷 최소화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REAL SUNSET: 골든아워를 클라이맥스로 (블루→웜 자연 전환)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MINIMAL GEAR: 자연광 + 짐벌 1대 + 헤이즈, 게릴라 핸드헬드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Traction</a:t>
            </a:r>
          </a:p>
        </p:txBody>
      </p:sp>
      <p:sp>
        <p:nvSpPr>
          <p:cNvPr id="4" name="Trapezoid 3"/>
          <p:cNvSpPr/>
          <p:nvPr/>
        </p:nvSpPr>
        <p:spPr>
          <a:xfrm>
            <a:off x="8046720" y="182880"/>
            <a:ext cx="822960" cy="822960"/>
          </a:xfrm>
          <a:prstGeom prst="trapezoid">
            <a:avLst/>
          </a:prstGeom>
          <a:solidFill>
            <a:srgbClr val="F2C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Verse: 어두운 실내, 키보드 앞 인물 — 카메라 서서히 푸시인 (블루)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Chorus '一遍 一遍': 같은 안무 반복 + 6인 대칭 포메이션 = 무한루프 훅 (레드)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Leavin'(무음): 단일 백라이트 실루엣 · 슬로모 — 강한 반전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Bridge→Chorus3: 옥상으로 이동, 골든아워 정점에서 빛 폭발 (웜)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Business Model</a:t>
            </a:r>
          </a:p>
        </p:txBody>
      </p:sp>
      <p:sp>
        <p:nvSpPr>
          <p:cNvPr id="4" name="Trapezoid 3"/>
          <p:cNvSpPr/>
          <p:nvPr/>
        </p:nvSpPr>
        <p:spPr>
          <a:xfrm>
            <a:off x="8046720" y="182880"/>
            <a:ext cx="822960" cy="822960"/>
          </a:xfrm>
          <a:prstGeom prst="trapezoid">
            <a:avLst/>
          </a:prstGeom>
          <a:solidFill>
            <a:srgbClr val="F2C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로케비: 0원 — 옌자오/톈퉁위안 등 공공 도시 공간 활용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미술: 공간이 곧 미술 (이미 지어진 반복 도시)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장비: 짐벌 1 + 헤이즈 + 자연광/실내 소형 조명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핵심 절약: 단일 로케 + 원테이크 = 컷·세트·이동·인력 최소화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Competitive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93192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BF6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0" y="1645920"/>
            <a:ext cx="393192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D5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383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BF6D49"/>
                </a:solidFill>
              </a:defRPr>
            </a:pPr>
            <a:r>
              <a:t>Our Advantages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이미 지어진 도시 = 0원 미술, 무한 스케일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원테이크 = 몰입감 + 제작 단가 절감 동시 달성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반복 구도가 곡 콘셉트와 1:1로 맞물림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실제 선셋 = 돈 안 드는 최고급 조명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20240"/>
            <a:ext cx="3383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5137"/>
                </a:solidFill>
              </a:defRPr>
            </a:pPr>
            <a:r>
              <a:t>Competition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고가 LED월/버추얼 스튜디오 (대여+콘텐츠 비용)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대형 세트 제작 (시공비·철거비)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잦은 컷 편집형 아이돌 MV (식상·고비용)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허가·통제 까다로운 도심 새벽 로케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Team</a:t>
            </a:r>
          </a:p>
        </p:txBody>
      </p:sp>
      <p:sp>
        <p:nvSpPr>
          <p:cNvPr id="4" name="Trapezoid 3"/>
          <p:cNvSpPr/>
          <p:nvPr/>
        </p:nvSpPr>
        <p:spPr>
          <a:xfrm>
            <a:off x="8046720" y="182880"/>
            <a:ext cx="822960" cy="822960"/>
          </a:xfrm>
          <a:prstGeom prst="trapezoid">
            <a:avLst/>
          </a:prstGeom>
          <a:solidFill>
            <a:srgbClr val="F2C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ADD — 张瑞希 Zhang Ruixi / 朱梓豪 Zhu Zihao / 陈俊旭 Chen Junxu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ADD — 王世成 Wang Shicheng / 黄一珈 Huang Yijia / 沈逸峰 Shen Yifeng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운용: Verse=1인 리드 서사(A) + Chorus=6인 군무(B) 하이브리드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Crew(최소): 감독 1 · 짐벌 오퍼레이터 1 · 조명/헤이즈 1 · 연출부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Financials &amp; Ask</a:t>
            </a:r>
          </a:p>
        </p:txBody>
      </p:sp>
      <p:sp>
        <p:nvSpPr>
          <p:cNvPr id="4" name="Trapezoid 3"/>
          <p:cNvSpPr/>
          <p:nvPr/>
        </p:nvSpPr>
        <p:spPr>
          <a:xfrm>
            <a:off x="8046720" y="182880"/>
            <a:ext cx="822960" cy="822960"/>
          </a:xfrm>
          <a:prstGeom prst="trapezoid">
            <a:avLst/>
          </a:prstGeom>
          <a:solidFill>
            <a:srgbClr val="F2C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NEXT 1: 로케 헌팅 — 옌자오/톈퉁위안 옥상·고층 빈집 확인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NEXT 2: 선셋 시간표 + 콜시트 (골든아워 역산)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NEXT 3: 6인 포메이션·파트 분배 콘티 확정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NEXT 4: 실제 로케 사진으로 키프레임 재생성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NEXT 5: 원테이크 리허설 → 촬영(원데이 목표)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